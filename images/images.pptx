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9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3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5390D-9DEA-EC43-9F43-A964A5B36B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BB2CF2-1908-B04B-9067-F63D6F381C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C8CC52-620C-3340-BFE9-5A4CC0B75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6C01A-E23E-A345-A334-43A30AC64CC6}" type="datetimeFigureOut">
              <a:rPr lang="en-US" smtClean="0"/>
              <a:t>1/23/20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0F9AE-A903-7440-9520-F741324D9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624F2-BD0E-2142-8326-0788E96BF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A8CF2-755D-E843-B829-70E26E452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6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2538B-5AB5-E64D-963D-726A4D988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E96B9-2DBD-4C43-A913-1F22A4D90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04E165-1C69-224A-9EAE-7CC8FEC95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6C01A-E23E-A345-A334-43A30AC64CC6}" type="datetimeFigureOut">
              <a:rPr lang="en-US" smtClean="0"/>
              <a:t>1/23/20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E3744-5F8F-BF41-B441-8A461BBAA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09AB04-45C2-AF48-9459-69EACD9F6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A8CF2-755D-E843-B829-70E26E452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332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E2114-39E8-4641-8F64-AF9923042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BC31C-DBE3-694A-89AB-6825D2269A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67E24-67CC-304B-B8BA-ABB5D94B6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6C01A-E23E-A345-A334-43A30AC64CC6}" type="datetimeFigureOut">
              <a:rPr lang="en-US" smtClean="0"/>
              <a:t>1/23/20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EC85C-3A5C-804C-BB70-2031293C6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5159F5-3E6C-274C-BA7B-B4577910D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A8CF2-755D-E843-B829-70E26E452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6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6E057-DD08-2542-9733-6196B87AE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F432B-B938-A74B-84CE-D8BAA3861D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99B8AB-2D07-494C-8C2D-042DC4D213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516287-864F-264A-8613-F0D5B6A35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6C01A-E23E-A345-A334-43A30AC64CC6}" type="datetimeFigureOut">
              <a:rPr lang="en-US" smtClean="0"/>
              <a:t>1/23/20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31E371-92B5-3C44-B7E6-97E067E54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5CEFB2-BCE8-824D-A7D3-E17574C79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A8CF2-755D-E843-B829-70E26E452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507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913CB-9795-D44A-9D2A-A699E1A16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CE4428-CC19-5E45-BF36-F80F020D6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AFC70B-9ECE-6745-975A-01DBD852F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B762B4-D7D8-6E4E-80E4-9671DC6DF6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B8EFD8-7A4B-574F-92B0-7D95BA7149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AEE015-4B94-A74E-8970-10CCAB9CD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6C01A-E23E-A345-A334-43A30AC64CC6}" type="datetimeFigureOut">
              <a:rPr lang="en-US" smtClean="0"/>
              <a:t>1/23/20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534992-7826-5842-9CDC-1DC38DF5F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9769C2-A17C-B149-8400-174144084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A8CF2-755D-E843-B829-70E26E452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853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BEBF9-80E9-DB49-9F96-6A26971AD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80C921-A002-F046-A1C7-A10CBC253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6C01A-E23E-A345-A334-43A30AC64CC6}" type="datetimeFigureOut">
              <a:rPr lang="en-US" smtClean="0"/>
              <a:t>1/23/20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10BC21-B7E5-A848-A889-B4CC5901B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9694FB-F703-8D40-AA10-415C2B2A3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A8CF2-755D-E843-B829-70E26E452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85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BADE29-F3F5-D942-8028-522786E26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6C01A-E23E-A345-A334-43A30AC64CC6}" type="datetimeFigureOut">
              <a:rPr lang="en-US" smtClean="0"/>
              <a:t>1/23/20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E56B4B-A6E5-EF43-B815-E01062A32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CB347-5417-FA4C-9592-F7E7230D9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A8CF2-755D-E843-B829-70E26E452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04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F7473-F1CF-D34D-BA79-ED5D51F54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4B726-E9FC-0349-A2EC-01A69AAF6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00D188-DE97-FC4A-8E9E-E93084E175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7FECD4-403A-E241-A7D1-0332E997C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6C01A-E23E-A345-A334-43A30AC64CC6}" type="datetimeFigureOut">
              <a:rPr lang="en-US" smtClean="0"/>
              <a:t>1/23/20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C3D45D-D609-0F4A-AFEE-52A1830A0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5D603B-75B6-C646-ABB2-D3CD33DBE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A8CF2-755D-E843-B829-70E26E452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14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43464-174C-0B4C-893A-7278F7F5C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D38293-A54C-0C4A-AA75-719A899480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5172E8-E5BD-3B45-9E8D-A32663C358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EE81A1-B0D0-1648-98A7-E4006CF0E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6C01A-E23E-A345-A334-43A30AC64CC6}" type="datetimeFigureOut">
              <a:rPr lang="en-US" smtClean="0"/>
              <a:t>1/23/20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8B5AA5-6887-AF44-928D-F5D4AEFF3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5B5441-CFA9-1A43-9D73-EAB505D31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A8CF2-755D-E843-B829-70E26E452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555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EC64B-D79B-E047-B6C1-E4C3C7D4B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1A732-4563-B64D-A59B-137005F5FD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D571C-2FE8-894A-856B-A6DA7C78B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6C01A-E23E-A345-A334-43A30AC64CC6}" type="datetimeFigureOut">
              <a:rPr lang="en-US" smtClean="0"/>
              <a:t>1/23/20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803AE-3AA5-3743-940A-6FAADEC73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C60F9-B4B0-2A43-9FDD-253E4330C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A8CF2-755D-E843-B829-70E26E452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787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C11618-69E5-4F48-B69A-BA98F978BB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606539-E9C7-7540-B042-2BDBC728D3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1E232-9316-4343-823A-839C1CF1F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6C01A-E23E-A345-A334-43A30AC64CC6}" type="datetimeFigureOut">
              <a:rPr lang="en-US" smtClean="0"/>
              <a:t>1/23/20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1B43F0-C727-4040-BAD9-E89C48572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C1ECD-5819-D347-8E1E-2A6C005FE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A8CF2-755D-E843-B829-70E26E452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438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92E5A1-6FA9-7C4A-93C2-489F751EC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A4B735-1781-4948-9633-73C390D73D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EFC32-C421-BA46-B2A2-6D4AE47154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B6C01A-E23E-A345-A334-43A30AC64CC6}" type="datetimeFigureOut">
              <a:rPr lang="en-US" smtClean="0"/>
              <a:t>1/23/20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C9A862-1058-FB4B-AEAE-4C0619B69D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27F7B-FC81-F24B-A2C4-872C47B34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3A8CF2-755D-E843-B829-70E26E452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088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BFAC90D-1022-7648-B33B-8B0525F280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7458000"/>
              </p:ext>
            </p:extLst>
          </p:nvPr>
        </p:nvGraphicFramePr>
        <p:xfrm>
          <a:off x="2032002" y="719666"/>
          <a:ext cx="3349297" cy="2966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8471">
                  <a:extLst>
                    <a:ext uri="{9D8B030D-6E8A-4147-A177-3AD203B41FA5}">
                      <a16:colId xmlns:a16="http://schemas.microsoft.com/office/drawing/2014/main" val="462706450"/>
                    </a:ext>
                  </a:extLst>
                </a:gridCol>
                <a:gridCol w="478471">
                  <a:extLst>
                    <a:ext uri="{9D8B030D-6E8A-4147-A177-3AD203B41FA5}">
                      <a16:colId xmlns:a16="http://schemas.microsoft.com/office/drawing/2014/main" val="1731587150"/>
                    </a:ext>
                  </a:extLst>
                </a:gridCol>
                <a:gridCol w="478471">
                  <a:extLst>
                    <a:ext uri="{9D8B030D-6E8A-4147-A177-3AD203B41FA5}">
                      <a16:colId xmlns:a16="http://schemas.microsoft.com/office/drawing/2014/main" val="1992808620"/>
                    </a:ext>
                  </a:extLst>
                </a:gridCol>
                <a:gridCol w="478471">
                  <a:extLst>
                    <a:ext uri="{9D8B030D-6E8A-4147-A177-3AD203B41FA5}">
                      <a16:colId xmlns:a16="http://schemas.microsoft.com/office/drawing/2014/main" val="1649322170"/>
                    </a:ext>
                  </a:extLst>
                </a:gridCol>
                <a:gridCol w="478471">
                  <a:extLst>
                    <a:ext uri="{9D8B030D-6E8A-4147-A177-3AD203B41FA5}">
                      <a16:colId xmlns:a16="http://schemas.microsoft.com/office/drawing/2014/main" val="276945302"/>
                    </a:ext>
                  </a:extLst>
                </a:gridCol>
                <a:gridCol w="478471">
                  <a:extLst>
                    <a:ext uri="{9D8B030D-6E8A-4147-A177-3AD203B41FA5}">
                      <a16:colId xmlns:a16="http://schemas.microsoft.com/office/drawing/2014/main" val="1436285804"/>
                    </a:ext>
                  </a:extLst>
                </a:gridCol>
                <a:gridCol w="478471">
                  <a:extLst>
                    <a:ext uri="{9D8B030D-6E8A-4147-A177-3AD203B41FA5}">
                      <a16:colId xmlns:a16="http://schemas.microsoft.com/office/drawing/2014/main" val="1185286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5889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2037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4220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1832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0557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4001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1775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577472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DC073307-D709-AD46-ABB7-BB7D3A1E64A7}"/>
              </a:ext>
            </a:extLst>
          </p:cNvPr>
          <p:cNvSpPr/>
          <p:nvPr/>
        </p:nvSpPr>
        <p:spPr>
          <a:xfrm>
            <a:off x="2032002" y="719666"/>
            <a:ext cx="3349297" cy="1119644"/>
          </a:xfrm>
          <a:prstGeom prst="rect">
            <a:avLst/>
          </a:prstGeom>
          <a:noFill/>
          <a:ln w="5715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5CF7B97-40C0-E941-9DC4-40A19AEAF0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8755564"/>
              </p:ext>
            </p:extLst>
          </p:nvPr>
        </p:nvGraphicFramePr>
        <p:xfrm>
          <a:off x="7949323" y="1090506"/>
          <a:ext cx="490483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0483">
                  <a:extLst>
                    <a:ext uri="{9D8B030D-6E8A-4147-A177-3AD203B41FA5}">
                      <a16:colId xmlns:a16="http://schemas.microsoft.com/office/drawing/2014/main" val="21106826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3283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537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8758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9566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5854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2791103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B5F0EA9D-99F1-D54B-BAF3-082FAF614D01}"/>
              </a:ext>
            </a:extLst>
          </p:cNvPr>
          <p:cNvSpPr/>
          <p:nvPr/>
        </p:nvSpPr>
        <p:spPr>
          <a:xfrm>
            <a:off x="2032002" y="1090506"/>
            <a:ext cx="3349297" cy="1119644"/>
          </a:xfrm>
          <a:prstGeom prst="rect">
            <a:avLst/>
          </a:prstGeom>
          <a:noFill/>
          <a:ln w="5715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A9858E5-4C7F-C440-B85E-532E19ADC5F3}"/>
              </a:ext>
            </a:extLst>
          </p:cNvPr>
          <p:cNvCxnSpPr/>
          <p:nvPr/>
        </p:nvCxnSpPr>
        <p:spPr>
          <a:xfrm>
            <a:off x="5381299" y="719666"/>
            <a:ext cx="2440528" cy="559822"/>
          </a:xfrm>
          <a:prstGeom prst="straightConnector1">
            <a:avLst/>
          </a:prstGeom>
          <a:ln w="1905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DE6F594-92F4-C84C-862F-455F48FB054E}"/>
              </a:ext>
            </a:extLst>
          </p:cNvPr>
          <p:cNvCxnSpPr/>
          <p:nvPr/>
        </p:nvCxnSpPr>
        <p:spPr>
          <a:xfrm>
            <a:off x="5381299" y="1090506"/>
            <a:ext cx="2440528" cy="559822"/>
          </a:xfrm>
          <a:prstGeom prst="straightConnector1">
            <a:avLst/>
          </a:prstGeom>
          <a:ln w="190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37CD3CB-55CB-C242-9ADA-2D53E70844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085386"/>
              </p:ext>
            </p:extLst>
          </p:nvPr>
        </p:nvGraphicFramePr>
        <p:xfrm>
          <a:off x="593124" y="719666"/>
          <a:ext cx="1311382" cy="2966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1382">
                  <a:extLst>
                    <a:ext uri="{9D8B030D-6E8A-4147-A177-3AD203B41FA5}">
                      <a16:colId xmlns:a16="http://schemas.microsoft.com/office/drawing/2014/main" val="24737923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0783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4558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481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499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have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6240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8395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good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6345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day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34985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3733180D-E8AE-3D4F-8432-4C19C5066972}"/>
              </a:ext>
            </a:extLst>
          </p:cNvPr>
          <p:cNvSpPr txBox="1"/>
          <p:nvPr/>
        </p:nvSpPr>
        <p:spPr>
          <a:xfrm>
            <a:off x="3087281" y="3687894"/>
            <a:ext cx="1193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layer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F86F8B-3CCD-9147-A9A2-28976688069F}"/>
              </a:ext>
            </a:extLst>
          </p:cNvPr>
          <p:cNvSpPr txBox="1"/>
          <p:nvPr/>
        </p:nvSpPr>
        <p:spPr>
          <a:xfrm>
            <a:off x="7489435" y="3410791"/>
            <a:ext cx="1365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 layer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888FB7-55CF-9F4B-9642-B4FFBAC7451C}"/>
              </a:ext>
            </a:extLst>
          </p:cNvPr>
          <p:cNvSpPr txBox="1"/>
          <p:nvPr/>
        </p:nvSpPr>
        <p:spPr>
          <a:xfrm>
            <a:off x="5543318" y="390241"/>
            <a:ext cx="2278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Single filter with size 3</a:t>
            </a:r>
          </a:p>
        </p:txBody>
      </p:sp>
    </p:spTree>
    <p:extLst>
      <p:ext uri="{BB962C8B-B14F-4D97-AF65-F5344CB8AC3E}">
        <p14:creationId xmlns:p14="http://schemas.microsoft.com/office/powerpoint/2010/main" val="3008435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be 4">
            <a:extLst>
              <a:ext uri="{FF2B5EF4-FFF2-40B4-BE49-F238E27FC236}">
                <a16:creationId xmlns:a16="http://schemas.microsoft.com/office/drawing/2014/main" id="{1A44956E-EFB7-4D46-B4FB-C1E9E2265C68}"/>
              </a:ext>
            </a:extLst>
          </p:cNvPr>
          <p:cNvSpPr/>
          <p:nvPr/>
        </p:nvSpPr>
        <p:spPr>
          <a:xfrm>
            <a:off x="3350997" y="1333729"/>
            <a:ext cx="1878227" cy="1920487"/>
          </a:xfrm>
          <a:prstGeom prst="cub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90F9C9-E4EE-B049-985B-B22EC29C5847}"/>
              </a:ext>
            </a:extLst>
          </p:cNvPr>
          <p:cNvSpPr/>
          <p:nvPr/>
        </p:nvSpPr>
        <p:spPr>
          <a:xfrm>
            <a:off x="496899" y="1194223"/>
            <a:ext cx="914400" cy="2199503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24EDF8-949F-0843-A739-12C783BC90C4}"/>
              </a:ext>
            </a:extLst>
          </p:cNvPr>
          <p:cNvSpPr txBox="1"/>
          <p:nvPr/>
        </p:nvSpPr>
        <p:spPr>
          <a:xfrm>
            <a:off x="270723" y="3373675"/>
            <a:ext cx="14294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sequence data</a:t>
            </a:r>
          </a:p>
          <a:p>
            <a:pPr algn="ctr"/>
            <a:r>
              <a:rPr lang="en-US" sz="1200" dirty="0"/>
              <a:t>n x sequence length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6BD06AAF-B9A8-BF43-8396-B89BA9A37F52}"/>
              </a:ext>
            </a:extLst>
          </p:cNvPr>
          <p:cNvSpPr/>
          <p:nvPr/>
        </p:nvSpPr>
        <p:spPr>
          <a:xfrm>
            <a:off x="1891944" y="2051657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6F4EEC-697D-1A42-A35E-94065B82B9C2}"/>
              </a:ext>
            </a:extLst>
          </p:cNvPr>
          <p:cNvSpPr txBox="1"/>
          <p:nvPr/>
        </p:nvSpPr>
        <p:spPr>
          <a:xfrm>
            <a:off x="1411299" y="2536289"/>
            <a:ext cx="1939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embedding matrix</a:t>
            </a:r>
          </a:p>
          <a:p>
            <a:pPr algn="ctr"/>
            <a:r>
              <a:rPr lang="en-US" sz="1200" dirty="0"/>
              <a:t>vocab size x embedding size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682B27-D306-4246-B13D-F9F3C0D7575C}"/>
              </a:ext>
            </a:extLst>
          </p:cNvPr>
          <p:cNvSpPr txBox="1"/>
          <p:nvPr/>
        </p:nvSpPr>
        <p:spPr>
          <a:xfrm>
            <a:off x="2900890" y="3235176"/>
            <a:ext cx="25385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sequence length x embedding size x n</a:t>
            </a: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D90709B9-A370-AA4F-9050-0608196E4602}"/>
              </a:ext>
            </a:extLst>
          </p:cNvPr>
          <p:cNvSpPr/>
          <p:nvPr/>
        </p:nvSpPr>
        <p:spPr>
          <a:xfrm>
            <a:off x="5563162" y="200805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9FD743-06DE-CF46-8BA0-247927189037}"/>
              </a:ext>
            </a:extLst>
          </p:cNvPr>
          <p:cNvSpPr txBox="1"/>
          <p:nvPr/>
        </p:nvSpPr>
        <p:spPr>
          <a:xfrm>
            <a:off x="5494585" y="2551374"/>
            <a:ext cx="111556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1d convolution</a:t>
            </a:r>
          </a:p>
          <a:p>
            <a:pPr algn="ctr"/>
            <a:r>
              <a:rPr lang="en-US" sz="1200" dirty="0"/>
              <a:t>5 filters</a:t>
            </a:r>
          </a:p>
          <a:p>
            <a:pPr algn="ctr"/>
            <a:r>
              <a:rPr lang="en-US" sz="1200" dirty="0"/>
              <a:t>filter size=3</a:t>
            </a:r>
          </a:p>
          <a:p>
            <a:pPr algn="ctr"/>
            <a:r>
              <a:rPr lang="en-US" sz="1200" dirty="0"/>
              <a:t>stride=1</a:t>
            </a:r>
          </a:p>
          <a:p>
            <a:pPr algn="ctr"/>
            <a:r>
              <a:rPr lang="en-US" sz="1200" dirty="0"/>
              <a:t>padding=valid</a:t>
            </a:r>
          </a:p>
          <a:p>
            <a:pPr algn="ctr"/>
            <a:r>
              <a:rPr lang="en-US" sz="1200" dirty="0"/>
              <a:t>activate=RELU</a:t>
            </a:r>
          </a:p>
        </p:txBody>
      </p:sp>
      <p:sp>
        <p:nvSpPr>
          <p:cNvPr id="16" name="Cube 15">
            <a:extLst>
              <a:ext uri="{FF2B5EF4-FFF2-40B4-BE49-F238E27FC236}">
                <a16:creationId xmlns:a16="http://schemas.microsoft.com/office/drawing/2014/main" id="{E0E5AA43-1482-6240-A7C7-28F1B8E09F0B}"/>
              </a:ext>
            </a:extLst>
          </p:cNvPr>
          <p:cNvSpPr/>
          <p:nvPr/>
        </p:nvSpPr>
        <p:spPr>
          <a:xfrm>
            <a:off x="6763843" y="1416184"/>
            <a:ext cx="1878227" cy="1670673"/>
          </a:xfrm>
          <a:prstGeom prst="cub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DFD2E4-8F2D-7D4A-B2A2-83D7016F1A23}"/>
              </a:ext>
            </a:extLst>
          </p:cNvPr>
          <p:cNvSpPr txBox="1"/>
          <p:nvPr/>
        </p:nvSpPr>
        <p:spPr>
          <a:xfrm>
            <a:off x="6720507" y="3086857"/>
            <a:ext cx="19648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(sequence length – 2) x 5 x n</a:t>
            </a:r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4A340A01-FBA6-974B-856B-0EAEEB78EB83}"/>
              </a:ext>
            </a:extLst>
          </p:cNvPr>
          <p:cNvSpPr/>
          <p:nvPr/>
        </p:nvSpPr>
        <p:spPr>
          <a:xfrm>
            <a:off x="8795766" y="200805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E906C3-A6D1-8046-BEF6-8FC415278A81}"/>
              </a:ext>
            </a:extLst>
          </p:cNvPr>
          <p:cNvSpPr txBox="1"/>
          <p:nvPr/>
        </p:nvSpPr>
        <p:spPr>
          <a:xfrm>
            <a:off x="8795766" y="2444287"/>
            <a:ext cx="9494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max pooling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D235F2E-DACE-AF42-896C-D8A5EB5E09DB}"/>
              </a:ext>
            </a:extLst>
          </p:cNvPr>
          <p:cNvSpPr/>
          <p:nvPr/>
        </p:nvSpPr>
        <p:spPr>
          <a:xfrm>
            <a:off x="1834378" y="4723993"/>
            <a:ext cx="1413164" cy="79267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F9B051-C691-894E-B8BF-A3647D400A12}"/>
              </a:ext>
            </a:extLst>
          </p:cNvPr>
          <p:cNvSpPr txBox="1"/>
          <p:nvPr/>
        </p:nvSpPr>
        <p:spPr>
          <a:xfrm>
            <a:off x="1858891" y="5516104"/>
            <a:ext cx="12868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5 x n output </a:t>
            </a:r>
          </a:p>
          <a:p>
            <a:pPr algn="ctr"/>
            <a:r>
              <a:rPr lang="en-US" sz="1200" dirty="0"/>
              <a:t>from max pooling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9C00FBC-8130-2F45-A38F-51B1FF20D40C}"/>
              </a:ext>
            </a:extLst>
          </p:cNvPr>
          <p:cNvSpPr/>
          <p:nvPr/>
        </p:nvSpPr>
        <p:spPr>
          <a:xfrm>
            <a:off x="4265326" y="4197208"/>
            <a:ext cx="317807" cy="31177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F850AC6-738D-984E-AA7B-1E2938F78787}"/>
              </a:ext>
            </a:extLst>
          </p:cNvPr>
          <p:cNvSpPr/>
          <p:nvPr/>
        </p:nvSpPr>
        <p:spPr>
          <a:xfrm>
            <a:off x="4258821" y="4594355"/>
            <a:ext cx="317807" cy="31177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04D06EC-4F7B-9E40-A951-173BF5C19FEF}"/>
              </a:ext>
            </a:extLst>
          </p:cNvPr>
          <p:cNvSpPr/>
          <p:nvPr/>
        </p:nvSpPr>
        <p:spPr>
          <a:xfrm>
            <a:off x="4258822" y="4982011"/>
            <a:ext cx="317807" cy="31177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DAA3E9A-66B7-F943-9A83-CEFD1DD8D3AA}"/>
              </a:ext>
            </a:extLst>
          </p:cNvPr>
          <p:cNvSpPr/>
          <p:nvPr/>
        </p:nvSpPr>
        <p:spPr>
          <a:xfrm>
            <a:off x="4280075" y="5369667"/>
            <a:ext cx="317807" cy="31177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3138E96-C729-D145-88FB-4C88D6E70044}"/>
              </a:ext>
            </a:extLst>
          </p:cNvPr>
          <p:cNvSpPr/>
          <p:nvPr/>
        </p:nvSpPr>
        <p:spPr>
          <a:xfrm>
            <a:off x="4280075" y="5747745"/>
            <a:ext cx="317807" cy="31177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06468B4-FC20-524D-AA65-D42708E5AC51}"/>
              </a:ext>
            </a:extLst>
          </p:cNvPr>
          <p:cNvSpPr txBox="1"/>
          <p:nvPr/>
        </p:nvSpPr>
        <p:spPr>
          <a:xfrm>
            <a:off x="3841987" y="6094301"/>
            <a:ext cx="11939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dense layer</a:t>
            </a:r>
          </a:p>
          <a:p>
            <a:pPr algn="ctr"/>
            <a:r>
              <a:rPr lang="en-US" sz="1200" dirty="0"/>
              <a:t>activation=RELU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4FA2476-4CB8-3F48-8D55-24712EB70E99}"/>
              </a:ext>
            </a:extLst>
          </p:cNvPr>
          <p:cNvSpPr/>
          <p:nvPr/>
        </p:nvSpPr>
        <p:spPr>
          <a:xfrm>
            <a:off x="5732240" y="4813786"/>
            <a:ext cx="608331" cy="613089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1DC173E-6EFD-9140-8BF5-35E8EC040FF8}"/>
              </a:ext>
            </a:extLst>
          </p:cNvPr>
          <p:cNvCxnSpPr>
            <a:endCxn id="25" idx="2"/>
          </p:cNvCxnSpPr>
          <p:nvPr/>
        </p:nvCxnSpPr>
        <p:spPr>
          <a:xfrm flipV="1">
            <a:off x="3247542" y="4353097"/>
            <a:ext cx="1017784" cy="460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57E6355-F5A2-9B4E-B7F8-9BD74A5AF895}"/>
              </a:ext>
            </a:extLst>
          </p:cNvPr>
          <p:cNvCxnSpPr>
            <a:stCxn id="23" idx="3"/>
            <a:endCxn id="25" idx="2"/>
          </p:cNvCxnSpPr>
          <p:nvPr/>
        </p:nvCxnSpPr>
        <p:spPr>
          <a:xfrm flipV="1">
            <a:off x="3247542" y="4353097"/>
            <a:ext cx="1017784" cy="7672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32FB6ED-F2C9-2C46-A61E-069A7F11D32B}"/>
              </a:ext>
            </a:extLst>
          </p:cNvPr>
          <p:cNvCxnSpPr>
            <a:endCxn id="25" idx="2"/>
          </p:cNvCxnSpPr>
          <p:nvPr/>
        </p:nvCxnSpPr>
        <p:spPr>
          <a:xfrm flipV="1">
            <a:off x="3247542" y="4353097"/>
            <a:ext cx="1017784" cy="10737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71A4FF7-7C12-224E-927F-E7918CEA8023}"/>
              </a:ext>
            </a:extLst>
          </p:cNvPr>
          <p:cNvCxnSpPr>
            <a:endCxn id="25" idx="2"/>
          </p:cNvCxnSpPr>
          <p:nvPr/>
        </p:nvCxnSpPr>
        <p:spPr>
          <a:xfrm flipV="1">
            <a:off x="3254916" y="4353097"/>
            <a:ext cx="1010410" cy="628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D426027-D0F0-A54C-8737-2BB57ECC8139}"/>
              </a:ext>
            </a:extLst>
          </p:cNvPr>
          <p:cNvCxnSpPr>
            <a:endCxn id="25" idx="2"/>
          </p:cNvCxnSpPr>
          <p:nvPr/>
        </p:nvCxnSpPr>
        <p:spPr>
          <a:xfrm flipV="1">
            <a:off x="3254916" y="4353097"/>
            <a:ext cx="1010410" cy="9406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FB5614F-8B79-B940-900B-AEBA32FFB96E}"/>
              </a:ext>
            </a:extLst>
          </p:cNvPr>
          <p:cNvCxnSpPr>
            <a:stCxn id="25" idx="6"/>
          </p:cNvCxnSpPr>
          <p:nvPr/>
        </p:nvCxnSpPr>
        <p:spPr>
          <a:xfrm>
            <a:off x="4583133" y="4353097"/>
            <a:ext cx="1103848" cy="7672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A0AE6FF-52F0-4045-9CB2-9A1236F28A34}"/>
              </a:ext>
            </a:extLst>
          </p:cNvPr>
          <p:cNvCxnSpPr>
            <a:stCxn id="26" idx="6"/>
            <a:endCxn id="33" idx="2"/>
          </p:cNvCxnSpPr>
          <p:nvPr/>
        </p:nvCxnSpPr>
        <p:spPr>
          <a:xfrm>
            <a:off x="4576628" y="4750244"/>
            <a:ext cx="1155612" cy="3700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60E63EA-FB5F-A94C-8B50-B1E775B7CFD9}"/>
              </a:ext>
            </a:extLst>
          </p:cNvPr>
          <p:cNvCxnSpPr>
            <a:stCxn id="27" idx="6"/>
          </p:cNvCxnSpPr>
          <p:nvPr/>
        </p:nvCxnSpPr>
        <p:spPr>
          <a:xfrm>
            <a:off x="4576629" y="5137900"/>
            <a:ext cx="11103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80C4664-0739-5345-9A96-9B8A2CEC2EA2}"/>
              </a:ext>
            </a:extLst>
          </p:cNvPr>
          <p:cNvCxnSpPr>
            <a:stCxn id="28" idx="6"/>
            <a:endCxn id="33" idx="2"/>
          </p:cNvCxnSpPr>
          <p:nvPr/>
        </p:nvCxnSpPr>
        <p:spPr>
          <a:xfrm flipV="1">
            <a:off x="4597882" y="5120331"/>
            <a:ext cx="1134358" cy="405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1F7775F-2771-7346-A116-8413D5763EE3}"/>
              </a:ext>
            </a:extLst>
          </p:cNvPr>
          <p:cNvCxnSpPr>
            <a:stCxn id="29" idx="6"/>
            <a:endCxn id="33" idx="2"/>
          </p:cNvCxnSpPr>
          <p:nvPr/>
        </p:nvCxnSpPr>
        <p:spPr>
          <a:xfrm flipV="1">
            <a:off x="4597882" y="5120331"/>
            <a:ext cx="1134358" cy="783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ight Arrow 53">
            <a:extLst>
              <a:ext uri="{FF2B5EF4-FFF2-40B4-BE49-F238E27FC236}">
                <a16:creationId xmlns:a16="http://schemas.microsoft.com/office/drawing/2014/main" id="{9216BB4E-F315-0845-83DB-9717248DFD27}"/>
              </a:ext>
            </a:extLst>
          </p:cNvPr>
          <p:cNvSpPr/>
          <p:nvPr/>
        </p:nvSpPr>
        <p:spPr>
          <a:xfrm>
            <a:off x="6441892" y="5062022"/>
            <a:ext cx="608331" cy="7587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C6010DE-310A-984E-A3CC-30DA8293C183}"/>
              </a:ext>
            </a:extLst>
          </p:cNvPr>
          <p:cNvSpPr txBox="1"/>
          <p:nvPr/>
        </p:nvSpPr>
        <p:spPr>
          <a:xfrm>
            <a:off x="5650963" y="5431438"/>
            <a:ext cx="7981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/>
              <a:t>softmax</a:t>
            </a:r>
            <a:r>
              <a:rPr lang="en-US" sz="1200" dirty="0"/>
              <a:t> </a:t>
            </a:r>
          </a:p>
          <a:p>
            <a:pPr algn="ctr"/>
            <a:r>
              <a:rPr lang="en-US" sz="1200" dirty="0"/>
              <a:t>activation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BC18753-C777-EF4D-90E0-EC21EEE75BAE}"/>
              </a:ext>
            </a:extLst>
          </p:cNvPr>
          <p:cNvSpPr txBox="1"/>
          <p:nvPr/>
        </p:nvSpPr>
        <p:spPr>
          <a:xfrm>
            <a:off x="7129925" y="4924457"/>
            <a:ext cx="2797945" cy="369332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predicted class probabilities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845A31C6-38D8-CE40-A4C1-83FAC269E230}"/>
              </a:ext>
            </a:extLst>
          </p:cNvPr>
          <p:cNvCxnSpPr/>
          <p:nvPr/>
        </p:nvCxnSpPr>
        <p:spPr>
          <a:xfrm>
            <a:off x="2540960" y="3835340"/>
            <a:ext cx="75174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70B213E9-4770-DE4C-A076-142BA54B2FD8}"/>
              </a:ext>
            </a:extLst>
          </p:cNvPr>
          <p:cNvCxnSpPr/>
          <p:nvPr/>
        </p:nvCxnSpPr>
        <p:spPr>
          <a:xfrm flipV="1">
            <a:off x="10058400" y="2250370"/>
            <a:ext cx="0" cy="1584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5C2EA840-2BC9-9041-93A3-CD4EAE264457}"/>
              </a:ext>
            </a:extLst>
          </p:cNvPr>
          <p:cNvCxnSpPr/>
          <p:nvPr/>
        </p:nvCxnSpPr>
        <p:spPr>
          <a:xfrm>
            <a:off x="2540960" y="3835340"/>
            <a:ext cx="0" cy="7481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307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>
            <a:extLst>
              <a:ext uri="{FF2B5EF4-FFF2-40B4-BE49-F238E27FC236}">
                <a16:creationId xmlns:a16="http://schemas.microsoft.com/office/drawing/2014/main" id="{19C00FBC-8130-2F45-A38F-51B1FF20D40C}"/>
              </a:ext>
            </a:extLst>
          </p:cNvPr>
          <p:cNvSpPr/>
          <p:nvPr/>
        </p:nvSpPr>
        <p:spPr>
          <a:xfrm>
            <a:off x="4265326" y="4197208"/>
            <a:ext cx="317807" cy="31177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F850AC6-738D-984E-AA7B-1E2938F78787}"/>
              </a:ext>
            </a:extLst>
          </p:cNvPr>
          <p:cNvSpPr/>
          <p:nvPr/>
        </p:nvSpPr>
        <p:spPr>
          <a:xfrm>
            <a:off x="4258821" y="4594355"/>
            <a:ext cx="317807" cy="31177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04D06EC-4F7B-9E40-A951-173BF5C19FEF}"/>
              </a:ext>
            </a:extLst>
          </p:cNvPr>
          <p:cNvSpPr/>
          <p:nvPr/>
        </p:nvSpPr>
        <p:spPr>
          <a:xfrm>
            <a:off x="4258822" y="4982011"/>
            <a:ext cx="317807" cy="31177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DAA3E9A-66B7-F943-9A83-CEFD1DD8D3AA}"/>
              </a:ext>
            </a:extLst>
          </p:cNvPr>
          <p:cNvSpPr/>
          <p:nvPr/>
        </p:nvSpPr>
        <p:spPr>
          <a:xfrm>
            <a:off x="4280075" y="5369667"/>
            <a:ext cx="317807" cy="31177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3138E96-C729-D145-88FB-4C88D6E70044}"/>
              </a:ext>
            </a:extLst>
          </p:cNvPr>
          <p:cNvSpPr/>
          <p:nvPr/>
        </p:nvSpPr>
        <p:spPr>
          <a:xfrm>
            <a:off x="4280075" y="5747745"/>
            <a:ext cx="317807" cy="31177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06468B4-FC20-524D-AA65-D42708E5AC51}"/>
              </a:ext>
            </a:extLst>
          </p:cNvPr>
          <p:cNvSpPr txBox="1"/>
          <p:nvPr/>
        </p:nvSpPr>
        <p:spPr>
          <a:xfrm>
            <a:off x="3841987" y="6094301"/>
            <a:ext cx="11939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dense layer</a:t>
            </a:r>
          </a:p>
          <a:p>
            <a:pPr algn="ctr"/>
            <a:r>
              <a:rPr lang="en-US" sz="1200" dirty="0"/>
              <a:t>activation=RELU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4FA2476-4CB8-3F48-8D55-24712EB70E99}"/>
              </a:ext>
            </a:extLst>
          </p:cNvPr>
          <p:cNvSpPr/>
          <p:nvPr/>
        </p:nvSpPr>
        <p:spPr>
          <a:xfrm>
            <a:off x="5732240" y="4813786"/>
            <a:ext cx="608331" cy="613089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FB5614F-8B79-B940-900B-AEBA32FFB96E}"/>
              </a:ext>
            </a:extLst>
          </p:cNvPr>
          <p:cNvCxnSpPr>
            <a:stCxn id="25" idx="6"/>
          </p:cNvCxnSpPr>
          <p:nvPr/>
        </p:nvCxnSpPr>
        <p:spPr>
          <a:xfrm>
            <a:off x="4583133" y="4353097"/>
            <a:ext cx="1103848" cy="7672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A0AE6FF-52F0-4045-9CB2-9A1236F28A34}"/>
              </a:ext>
            </a:extLst>
          </p:cNvPr>
          <p:cNvCxnSpPr>
            <a:stCxn id="26" idx="6"/>
            <a:endCxn id="33" idx="2"/>
          </p:cNvCxnSpPr>
          <p:nvPr/>
        </p:nvCxnSpPr>
        <p:spPr>
          <a:xfrm>
            <a:off x="4576628" y="4750244"/>
            <a:ext cx="1155612" cy="3700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60E63EA-FB5F-A94C-8B50-B1E775B7CFD9}"/>
              </a:ext>
            </a:extLst>
          </p:cNvPr>
          <p:cNvCxnSpPr>
            <a:stCxn id="27" idx="6"/>
          </p:cNvCxnSpPr>
          <p:nvPr/>
        </p:nvCxnSpPr>
        <p:spPr>
          <a:xfrm>
            <a:off x="4576629" y="5137900"/>
            <a:ext cx="11103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80C4664-0739-5345-9A96-9B8A2CEC2EA2}"/>
              </a:ext>
            </a:extLst>
          </p:cNvPr>
          <p:cNvCxnSpPr>
            <a:stCxn id="28" idx="6"/>
            <a:endCxn id="33" idx="2"/>
          </p:cNvCxnSpPr>
          <p:nvPr/>
        </p:nvCxnSpPr>
        <p:spPr>
          <a:xfrm flipV="1">
            <a:off x="4597882" y="5120331"/>
            <a:ext cx="1134358" cy="405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1F7775F-2771-7346-A116-8413D5763EE3}"/>
              </a:ext>
            </a:extLst>
          </p:cNvPr>
          <p:cNvCxnSpPr>
            <a:stCxn id="29" idx="6"/>
            <a:endCxn id="33" idx="2"/>
          </p:cNvCxnSpPr>
          <p:nvPr/>
        </p:nvCxnSpPr>
        <p:spPr>
          <a:xfrm flipV="1">
            <a:off x="4597882" y="5120331"/>
            <a:ext cx="1134358" cy="783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ight Arrow 53">
            <a:extLst>
              <a:ext uri="{FF2B5EF4-FFF2-40B4-BE49-F238E27FC236}">
                <a16:creationId xmlns:a16="http://schemas.microsoft.com/office/drawing/2014/main" id="{9216BB4E-F315-0845-83DB-9717248DFD27}"/>
              </a:ext>
            </a:extLst>
          </p:cNvPr>
          <p:cNvSpPr/>
          <p:nvPr/>
        </p:nvSpPr>
        <p:spPr>
          <a:xfrm>
            <a:off x="6441892" y="5062022"/>
            <a:ext cx="608331" cy="7587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C6010DE-310A-984E-A3CC-30DA8293C183}"/>
              </a:ext>
            </a:extLst>
          </p:cNvPr>
          <p:cNvSpPr txBox="1"/>
          <p:nvPr/>
        </p:nvSpPr>
        <p:spPr>
          <a:xfrm>
            <a:off x="5430328" y="5431438"/>
            <a:ext cx="1239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Sigmoid function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BC18753-C777-EF4D-90E0-EC21EEE75BAE}"/>
              </a:ext>
            </a:extLst>
          </p:cNvPr>
          <p:cNvSpPr txBox="1"/>
          <p:nvPr/>
        </p:nvSpPr>
        <p:spPr>
          <a:xfrm>
            <a:off x="7129925" y="4924457"/>
            <a:ext cx="2565511" cy="369332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predicted probability of 1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CD615DC-450B-4844-B622-CCDE8977351F}"/>
              </a:ext>
            </a:extLst>
          </p:cNvPr>
          <p:cNvSpPr/>
          <p:nvPr/>
        </p:nvSpPr>
        <p:spPr>
          <a:xfrm>
            <a:off x="4258820" y="1621765"/>
            <a:ext cx="317807" cy="31177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26B0922-C82F-D940-8606-DA8DF6A938E0}"/>
              </a:ext>
            </a:extLst>
          </p:cNvPr>
          <p:cNvSpPr/>
          <p:nvPr/>
        </p:nvSpPr>
        <p:spPr>
          <a:xfrm>
            <a:off x="4252315" y="2018912"/>
            <a:ext cx="317807" cy="31177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A46994F-29C0-1A47-9DE0-396B009809C2}"/>
              </a:ext>
            </a:extLst>
          </p:cNvPr>
          <p:cNvSpPr/>
          <p:nvPr/>
        </p:nvSpPr>
        <p:spPr>
          <a:xfrm>
            <a:off x="4252316" y="2406568"/>
            <a:ext cx="317807" cy="31177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B9F927B-B2A9-F74C-AEC3-2803D1D82ACD}"/>
              </a:ext>
            </a:extLst>
          </p:cNvPr>
          <p:cNvSpPr/>
          <p:nvPr/>
        </p:nvSpPr>
        <p:spPr>
          <a:xfrm>
            <a:off x="4273569" y="2794224"/>
            <a:ext cx="317807" cy="31177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770C1A53-EFAC-CE4F-AB2B-531BF7839284}"/>
              </a:ext>
            </a:extLst>
          </p:cNvPr>
          <p:cNvSpPr/>
          <p:nvPr/>
        </p:nvSpPr>
        <p:spPr>
          <a:xfrm>
            <a:off x="4273569" y="3172302"/>
            <a:ext cx="317807" cy="31177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7129D50-3D2F-9F40-945A-6BAC8D0DA979}"/>
              </a:ext>
            </a:extLst>
          </p:cNvPr>
          <p:cNvSpPr/>
          <p:nvPr/>
        </p:nvSpPr>
        <p:spPr>
          <a:xfrm>
            <a:off x="5725734" y="2238343"/>
            <a:ext cx="608331" cy="613089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B6C685B-9F0D-6846-B163-5EBBD3BBD9D8}"/>
              </a:ext>
            </a:extLst>
          </p:cNvPr>
          <p:cNvCxnSpPr>
            <a:cxnSpLocks/>
          </p:cNvCxnSpPr>
          <p:nvPr/>
        </p:nvCxnSpPr>
        <p:spPr>
          <a:xfrm>
            <a:off x="4576173" y="1765650"/>
            <a:ext cx="1104302" cy="7792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2E690EBA-5834-6E45-A40E-DC54FFDA40DD}"/>
              </a:ext>
            </a:extLst>
          </p:cNvPr>
          <p:cNvCxnSpPr>
            <a:cxnSpLocks/>
          </p:cNvCxnSpPr>
          <p:nvPr/>
        </p:nvCxnSpPr>
        <p:spPr>
          <a:xfrm>
            <a:off x="4569668" y="2162797"/>
            <a:ext cx="1156935" cy="4050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E3A8C39-9F81-DE4B-A148-D8E0DF05595A}"/>
              </a:ext>
            </a:extLst>
          </p:cNvPr>
          <p:cNvCxnSpPr>
            <a:cxnSpLocks/>
          </p:cNvCxnSpPr>
          <p:nvPr/>
        </p:nvCxnSpPr>
        <p:spPr>
          <a:xfrm>
            <a:off x="4569669" y="2550453"/>
            <a:ext cx="1110806" cy="120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F2587476-FA7A-E14F-A197-642F30978809}"/>
              </a:ext>
            </a:extLst>
          </p:cNvPr>
          <p:cNvCxnSpPr>
            <a:cxnSpLocks/>
          </p:cNvCxnSpPr>
          <p:nvPr/>
        </p:nvCxnSpPr>
        <p:spPr>
          <a:xfrm flipV="1">
            <a:off x="4590922" y="2567866"/>
            <a:ext cx="1135681" cy="3702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D5EE587-111A-8B48-93DE-BB07F903577A}"/>
              </a:ext>
            </a:extLst>
          </p:cNvPr>
          <p:cNvCxnSpPr>
            <a:cxnSpLocks/>
          </p:cNvCxnSpPr>
          <p:nvPr/>
        </p:nvCxnSpPr>
        <p:spPr>
          <a:xfrm flipV="1">
            <a:off x="4590922" y="2567866"/>
            <a:ext cx="1135681" cy="748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ight Arrow 60">
            <a:extLst>
              <a:ext uri="{FF2B5EF4-FFF2-40B4-BE49-F238E27FC236}">
                <a16:creationId xmlns:a16="http://schemas.microsoft.com/office/drawing/2014/main" id="{04124801-B249-3F43-83AB-102F81240D9E}"/>
              </a:ext>
            </a:extLst>
          </p:cNvPr>
          <p:cNvSpPr/>
          <p:nvPr/>
        </p:nvSpPr>
        <p:spPr>
          <a:xfrm>
            <a:off x="6435386" y="2486579"/>
            <a:ext cx="608331" cy="7587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CB1A1C4-FCC2-3244-ACB1-F8C489E9BFD7}"/>
              </a:ext>
            </a:extLst>
          </p:cNvPr>
          <p:cNvSpPr txBox="1"/>
          <p:nvPr/>
        </p:nvSpPr>
        <p:spPr>
          <a:xfrm>
            <a:off x="5423822" y="2855995"/>
            <a:ext cx="1239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Sigmoid function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9B0D9C6-986A-BD4E-9908-3F7F2A0D7348}"/>
              </a:ext>
            </a:extLst>
          </p:cNvPr>
          <p:cNvSpPr txBox="1"/>
          <p:nvPr/>
        </p:nvSpPr>
        <p:spPr>
          <a:xfrm>
            <a:off x="7123419" y="2349014"/>
            <a:ext cx="2565511" cy="369332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predicted probability of 1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28606129-51D4-EB49-9368-A436D2ECDE39}"/>
              </a:ext>
            </a:extLst>
          </p:cNvPr>
          <p:cNvSpPr/>
          <p:nvPr/>
        </p:nvSpPr>
        <p:spPr>
          <a:xfrm>
            <a:off x="3024737" y="4197208"/>
            <a:ext cx="317807" cy="31177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22119E61-4FAA-FB41-942D-BF07DF4FF35A}"/>
              </a:ext>
            </a:extLst>
          </p:cNvPr>
          <p:cNvSpPr/>
          <p:nvPr/>
        </p:nvSpPr>
        <p:spPr>
          <a:xfrm>
            <a:off x="3018232" y="4594355"/>
            <a:ext cx="317807" cy="31177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320A7EF9-B541-C041-B404-94CB84A0A5CD}"/>
              </a:ext>
            </a:extLst>
          </p:cNvPr>
          <p:cNvSpPr/>
          <p:nvPr/>
        </p:nvSpPr>
        <p:spPr>
          <a:xfrm>
            <a:off x="3018233" y="4982011"/>
            <a:ext cx="317807" cy="31177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7C07E604-00FC-FD46-96F6-93C31A519D31}"/>
              </a:ext>
            </a:extLst>
          </p:cNvPr>
          <p:cNvSpPr/>
          <p:nvPr/>
        </p:nvSpPr>
        <p:spPr>
          <a:xfrm>
            <a:off x="3039486" y="5369667"/>
            <a:ext cx="317807" cy="31177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8577368E-F387-9D48-9325-E31F5616F6CB}"/>
              </a:ext>
            </a:extLst>
          </p:cNvPr>
          <p:cNvSpPr/>
          <p:nvPr/>
        </p:nvSpPr>
        <p:spPr>
          <a:xfrm>
            <a:off x="3039486" y="5747745"/>
            <a:ext cx="317807" cy="31177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BBFF98B-E728-2744-81BC-0C8A0FE97D95}"/>
              </a:ext>
            </a:extLst>
          </p:cNvPr>
          <p:cNvSpPr txBox="1"/>
          <p:nvPr/>
        </p:nvSpPr>
        <p:spPr>
          <a:xfrm>
            <a:off x="2228192" y="2349014"/>
            <a:ext cx="1947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Logistic Regression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8D5288F-97B7-644F-8B84-01F9A209DD39}"/>
              </a:ext>
            </a:extLst>
          </p:cNvPr>
          <p:cNvSpPr txBox="1"/>
          <p:nvPr/>
        </p:nvSpPr>
        <p:spPr>
          <a:xfrm>
            <a:off x="1873585" y="4832609"/>
            <a:ext cx="9940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Neural </a:t>
            </a:r>
          </a:p>
          <a:p>
            <a:r>
              <a:rPr lang="en-US" dirty="0"/>
              <a:t>Network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2330A90-1052-E648-AC17-E097B07E0B21}"/>
              </a:ext>
            </a:extLst>
          </p:cNvPr>
          <p:cNvSpPr/>
          <p:nvPr/>
        </p:nvSpPr>
        <p:spPr>
          <a:xfrm>
            <a:off x="3841986" y="3532553"/>
            <a:ext cx="119398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1200" dirty="0">
                <a:solidFill>
                  <a:prstClr val="black"/>
                </a:solidFill>
              </a:rPr>
              <a:t>input later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B76CE6B8-2D0C-C64F-8B6A-4B33B9F80E6A}"/>
              </a:ext>
            </a:extLst>
          </p:cNvPr>
          <p:cNvSpPr/>
          <p:nvPr/>
        </p:nvSpPr>
        <p:spPr>
          <a:xfrm>
            <a:off x="2580144" y="6094301"/>
            <a:ext cx="119398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1200" dirty="0">
                <a:solidFill>
                  <a:prstClr val="black"/>
                </a:solidFill>
              </a:rPr>
              <a:t>input later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676333C-916C-1D49-A58C-D8DCC502C13F}"/>
              </a:ext>
            </a:extLst>
          </p:cNvPr>
          <p:cNvCxnSpPr>
            <a:stCxn id="64" idx="6"/>
            <a:endCxn id="25" idx="2"/>
          </p:cNvCxnSpPr>
          <p:nvPr/>
        </p:nvCxnSpPr>
        <p:spPr>
          <a:xfrm>
            <a:off x="3342544" y="4353097"/>
            <a:ext cx="9227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0E42F84-898E-3F48-809D-E66FA14C86C6}"/>
              </a:ext>
            </a:extLst>
          </p:cNvPr>
          <p:cNvCxnSpPr>
            <a:stCxn id="64" idx="6"/>
            <a:endCxn id="26" idx="2"/>
          </p:cNvCxnSpPr>
          <p:nvPr/>
        </p:nvCxnSpPr>
        <p:spPr>
          <a:xfrm>
            <a:off x="3342544" y="4353097"/>
            <a:ext cx="916277" cy="3971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87B2A05D-76E3-C64E-BD23-042189309234}"/>
              </a:ext>
            </a:extLst>
          </p:cNvPr>
          <p:cNvCxnSpPr>
            <a:stCxn id="64" idx="6"/>
          </p:cNvCxnSpPr>
          <p:nvPr/>
        </p:nvCxnSpPr>
        <p:spPr>
          <a:xfrm>
            <a:off x="3342544" y="4353097"/>
            <a:ext cx="877523" cy="7437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B67B141F-468B-F64B-BF5C-2410FE297986}"/>
              </a:ext>
            </a:extLst>
          </p:cNvPr>
          <p:cNvCxnSpPr>
            <a:stCxn id="64" idx="6"/>
            <a:endCxn id="28" idx="2"/>
          </p:cNvCxnSpPr>
          <p:nvPr/>
        </p:nvCxnSpPr>
        <p:spPr>
          <a:xfrm>
            <a:off x="3342544" y="4353097"/>
            <a:ext cx="937531" cy="11724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58E06EAA-6F76-D045-B813-25F8745945A4}"/>
              </a:ext>
            </a:extLst>
          </p:cNvPr>
          <p:cNvCxnSpPr>
            <a:stCxn id="64" idx="6"/>
            <a:endCxn id="29" idx="2"/>
          </p:cNvCxnSpPr>
          <p:nvPr/>
        </p:nvCxnSpPr>
        <p:spPr>
          <a:xfrm>
            <a:off x="3342544" y="4353097"/>
            <a:ext cx="937531" cy="15505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5A2D76AF-501A-1F49-9C37-AC795BEB7ACF}"/>
              </a:ext>
            </a:extLst>
          </p:cNvPr>
          <p:cNvCxnSpPr>
            <a:stCxn id="65" idx="6"/>
            <a:endCxn id="25" idx="2"/>
          </p:cNvCxnSpPr>
          <p:nvPr/>
        </p:nvCxnSpPr>
        <p:spPr>
          <a:xfrm flipV="1">
            <a:off x="3336039" y="4353097"/>
            <a:ext cx="929287" cy="3971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9AD23090-DBCA-8D4A-86B5-2E49B6B597C0}"/>
              </a:ext>
            </a:extLst>
          </p:cNvPr>
          <p:cNvCxnSpPr>
            <a:stCxn id="66" idx="6"/>
            <a:endCxn id="25" idx="2"/>
          </p:cNvCxnSpPr>
          <p:nvPr/>
        </p:nvCxnSpPr>
        <p:spPr>
          <a:xfrm flipV="1">
            <a:off x="3336040" y="4353097"/>
            <a:ext cx="929286" cy="7848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087A771A-9745-9345-93CA-D03976330452}"/>
              </a:ext>
            </a:extLst>
          </p:cNvPr>
          <p:cNvCxnSpPr>
            <a:stCxn id="67" idx="6"/>
            <a:endCxn id="25" idx="2"/>
          </p:cNvCxnSpPr>
          <p:nvPr/>
        </p:nvCxnSpPr>
        <p:spPr>
          <a:xfrm flipV="1">
            <a:off x="3357293" y="4353097"/>
            <a:ext cx="908033" cy="11724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DE9EBFB4-4683-3642-AAA7-E92469B2D9D3}"/>
              </a:ext>
            </a:extLst>
          </p:cNvPr>
          <p:cNvCxnSpPr>
            <a:stCxn id="68" idx="6"/>
            <a:endCxn id="25" idx="2"/>
          </p:cNvCxnSpPr>
          <p:nvPr/>
        </p:nvCxnSpPr>
        <p:spPr>
          <a:xfrm flipV="1">
            <a:off x="3357293" y="4353097"/>
            <a:ext cx="908033" cy="15505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4381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736E7-5E21-0A4F-93F0-EBD6C0609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EE6C5-7CB2-F94C-9E15-A5C5C0D54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172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1913</TotalTime>
  <Words>108</Words>
  <Application>Microsoft Macintosh PowerPoint</Application>
  <PresentationFormat>Widescreen</PresentationFormat>
  <Paragraphs>42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anderaa</cp:lastModifiedBy>
  <cp:revision>9</cp:revision>
  <dcterms:created xsi:type="dcterms:W3CDTF">2019-11-20T21:47:09Z</dcterms:created>
  <dcterms:modified xsi:type="dcterms:W3CDTF">2020-01-24T02:02:05Z</dcterms:modified>
</cp:coreProperties>
</file>